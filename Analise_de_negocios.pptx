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Divisória de Seção - Análise de Negócios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VidaPlus em Números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Problemas atuais x Impactos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Objetivos Estratégicos e Metas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Business Model Canvas - VidaPlus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02_divider_busi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03_compa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04_probl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05_object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06_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Pedro Nunes — Análise de Negócios</dc:title>
  <dc:subject>Pedro Nunes — Análise de Negócios</dc:subject>
  <dc:creator>OpenAI</dc:creator>
  <cp:lastModifiedBy>OpenAI</cp:lastModifiedBy>
  <cp:revision>1</cp:revision>
  <dcterms:created xsi:type="dcterms:W3CDTF">2026-04-02T14:19:00Z</dcterms:created>
  <dcterms:modified xsi:type="dcterms:W3CDTF">2026-04-02T14:19:00Z</dcterms:modified>
</cp:coreProperties>
</file>