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output/Juliana_Alves_Parte_Gestao_Visual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output/Juliana_Alves_Parte_Gestao_Visual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output/Juliana_Alves_Parte_Gestao_Visual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output/Juliana_Alves_Parte_Gestao_Visual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D79"/>
          </a:solidFill>
          <a:ln w="12700">
            <a:solidFill>
              <a:srgbClr val="003D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F0AB00"/>
          </a:solidFill>
          <a:ln w="12700">
            <a:solidFill>
              <a:srgbClr val="F0A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Plano de Comunicação e Treinamento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D7F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ALINHAMENTO DOS STAKEHOLDERS E PREPARAÇÃO DOS USUÁRIOS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98480" y="2011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VidaPlus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257800" cy="4983480"/>
          </a:xfrm>
          <a:prstGeom prst="roundRect">
            <a:avLst>
              <a:gd name="adj" fmla="val 1101"/>
            </a:avLst>
          </a:prstGeom>
          <a:solidFill>
            <a:srgbClr val="F7FAFD"/>
          </a:solidFill>
          <a:ln w="12700">
            <a:solidFill>
              <a:srgbClr val="D9E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361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Comunicação do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3D7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01168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Ritos, canais e responsáveis para manter todas as áreas informadas.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841248" y="2331720"/>
            <a:ext cx="473659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331720"/>
            <a:ext cx="73152" cy="7132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45059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Stakeholders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084832" y="244144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5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Diretoria, financeiro, compras, recepção, almoxarifado e RH.</a:t>
            </a:r>
            <a:endParaRPr lang="en-US" sz="925" dirty="0"/>
          </a:p>
        </p:txBody>
      </p:sp>
      <p:sp>
        <p:nvSpPr>
          <p:cNvPr id="14" name="Shape 12"/>
          <p:cNvSpPr/>
          <p:nvPr/>
        </p:nvSpPr>
        <p:spPr>
          <a:xfrm>
            <a:off x="841248" y="3209544"/>
            <a:ext cx="4736592" cy="713232"/>
          </a:xfrm>
          <a:prstGeom prst="roundRect">
            <a:avLst>
              <a:gd name="adj" fmla="val 5128"/>
            </a:avLst>
          </a:prstGeom>
          <a:solidFill>
            <a:srgbClr val="F2F7FC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209544"/>
            <a:ext cx="73152" cy="7132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32841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Canais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084832" y="331927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5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Reuniões semanais, e-mail executivo, dashboard do projeto e atas.</a:t>
            </a:r>
            <a:endParaRPr lang="en-US" sz="925" dirty="0"/>
          </a:p>
        </p:txBody>
      </p:sp>
      <p:sp>
        <p:nvSpPr>
          <p:cNvPr id="18" name="Shape 16"/>
          <p:cNvSpPr/>
          <p:nvPr/>
        </p:nvSpPr>
        <p:spPr>
          <a:xfrm>
            <a:off x="841248" y="4087368"/>
            <a:ext cx="473659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4087368"/>
            <a:ext cx="73152" cy="7132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2062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Frequência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084832" y="419709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5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 semanal, checkpoint quinzenal e comitê mensal de decisão.</a:t>
            </a:r>
            <a:endParaRPr lang="en-US" sz="925" dirty="0"/>
          </a:p>
        </p:txBody>
      </p:sp>
      <p:sp>
        <p:nvSpPr>
          <p:cNvPr id="22" name="Shape 20"/>
          <p:cNvSpPr/>
          <p:nvPr/>
        </p:nvSpPr>
        <p:spPr>
          <a:xfrm>
            <a:off x="841248" y="4965192"/>
            <a:ext cx="4736592" cy="713232"/>
          </a:xfrm>
          <a:prstGeom prst="roundRect">
            <a:avLst>
              <a:gd name="adj" fmla="val 5128"/>
            </a:avLst>
          </a:prstGeom>
          <a:solidFill>
            <a:srgbClr val="F2F7FC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4965192"/>
            <a:ext cx="73152" cy="7132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08406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Responsável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2084832" y="507492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5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Juliana coordena; líderes de área validam e repassam decisões.</a:t>
            </a:r>
            <a:endParaRPr lang="en-US" sz="925" dirty="0"/>
          </a:p>
        </p:txBody>
      </p:sp>
      <p:sp>
        <p:nvSpPr>
          <p:cNvPr id="26" name="Shape 24"/>
          <p:cNvSpPr/>
          <p:nvPr/>
        </p:nvSpPr>
        <p:spPr>
          <a:xfrm>
            <a:off x="6172200" y="1325880"/>
            <a:ext cx="5440680" cy="4983480"/>
          </a:xfrm>
          <a:prstGeom prst="roundRect">
            <a:avLst>
              <a:gd name="adj" fmla="val 1101"/>
            </a:avLst>
          </a:prstGeom>
          <a:solidFill>
            <a:srgbClr val="FCFBF7"/>
          </a:solidFill>
          <a:ln w="12700">
            <a:solidFill>
              <a:srgbClr val="F3DF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536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7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 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57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Engajamento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46520" y="19659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Estratégia para reduzir resistência, acelerar adoção e garantir uso correto do SAP.</a:t>
            </a:r>
            <a:endParaRPr lang="en-US" sz="1010" dirty="0"/>
          </a:p>
        </p:txBody>
      </p:sp>
      <p:sp>
        <p:nvSpPr>
          <p:cNvPr id="29" name="Shape 27"/>
          <p:cNvSpPr/>
          <p:nvPr/>
        </p:nvSpPr>
        <p:spPr>
          <a:xfrm>
            <a:off x="6446520" y="2331720"/>
            <a:ext cx="2423160" cy="1325880"/>
          </a:xfrm>
          <a:prstGeom prst="roundRect">
            <a:avLst>
              <a:gd name="adj" fmla="val 2759"/>
            </a:avLst>
          </a:prstGeom>
          <a:solidFill>
            <a:srgbClr val="FFF3E0"/>
          </a:solidFill>
          <a:ln w="13335">
            <a:solidFill>
              <a:srgbClr val="F57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92824" y="245973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Público-alvo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592824" y="28620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 colaboradores impactados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key users por área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Treinamento por perfil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9098280" y="2331720"/>
            <a:ext cx="2423160" cy="1325880"/>
          </a:xfrm>
          <a:prstGeom prst="roundRect">
            <a:avLst>
              <a:gd name="adj" fmla="val 2759"/>
            </a:avLst>
          </a:prstGeom>
          <a:solidFill>
            <a:srgbClr val="FFF8E8"/>
          </a:solidFill>
          <a:ln w="13335">
            <a:solidFill>
              <a:srgbClr val="D4A1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44584" y="245973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Formato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9244584" y="28620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Workshops presenciais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Guias rápidos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Simulação de processos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446520" y="3867912"/>
            <a:ext cx="2423160" cy="1325880"/>
          </a:xfrm>
          <a:prstGeom prst="roundRect">
            <a:avLst>
              <a:gd name="adj" fmla="val 2759"/>
            </a:avLst>
          </a:prstGeom>
          <a:solidFill>
            <a:srgbClr val="E8F5E9"/>
          </a:solidFill>
          <a:ln w="13335">
            <a:solidFill>
              <a:srgbClr val="388E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92824" y="399592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Cronograma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592824" y="439826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Mês 4: key users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Mês 5: usuários finais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Mês 6: suporte assistido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9098280" y="3867912"/>
            <a:ext cx="2423160" cy="1325880"/>
          </a:xfrm>
          <a:prstGeom prst="roundRect">
            <a:avLst>
              <a:gd name="adj" fmla="val 2759"/>
            </a:avLst>
          </a:prstGeom>
          <a:solidFill>
            <a:srgbClr val="F3EAF9"/>
          </a:solidFill>
          <a:ln w="13335">
            <a:solidFill>
              <a:srgbClr val="8E24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44584" y="399592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 esperado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9244584" y="439826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Adoção acima de 90%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Redução do retrabalho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Menos chamados iniciais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868680" y="5760720"/>
            <a:ext cx="10607040" cy="384048"/>
          </a:xfrm>
          <a:prstGeom prst="roundRect">
            <a:avLst>
              <a:gd name="adj" fmla="val 7143"/>
            </a:avLst>
          </a:prstGeom>
          <a:solidFill>
            <a:srgbClr val="EAF2FA"/>
          </a:solidFill>
          <a:ln w="10160">
            <a:solidFill>
              <a:srgbClr val="D2E2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" y="5870448"/>
            <a:ext cx="10332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3D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Mensagem-chave: comunicar cedo, treinar por perfil e acompanhar a adoção após o go-live para reduzir resistência e garantir estabilidade operacional.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output/Juliana_Alves_Parte_Gestao_Visual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output/Juliana_Alves_Parte_Gestao_Visual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ERP VidaPlus</dc:title>
  <dc:subject>Projeto ERP VidaPlus</dc:subject>
  <dc:creator>OpenAI</dc:creator>
  <cp:lastModifiedBy>OpenAI</cp:lastModifiedBy>
  <cp:revision>1</cp:revision>
  <dcterms:created xsi:type="dcterms:W3CDTF">2026-04-08T22:37:01Z</dcterms:created>
  <dcterms:modified xsi:type="dcterms:W3CDTF">2026-04-08T22:37:01Z</dcterms:modified>
</cp:coreProperties>
</file>