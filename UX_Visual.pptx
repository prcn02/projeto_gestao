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Divisória de Seção - Design e Experiência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Protótipos de Telas Principais (SAP)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UX e Aderência do SAP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19_divider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20_proto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21_u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Amanda Omura — Design e UX</dc:title>
  <dc:subject>Amanda Omura — Design e UX</dc:subject>
  <dc:creator>OpenAI</dc:creator>
  <cp:lastModifiedBy>OpenAI</cp:lastModifiedBy>
  <cp:revision>1</cp:revision>
  <dcterms:created xsi:type="dcterms:W3CDTF">2026-04-02T14:19:01Z</dcterms:created>
  <dcterms:modified xsi:type="dcterms:W3CDTF">2026-04-02T14:19:01Z</dcterms:modified>
</cp:coreProperties>
</file>