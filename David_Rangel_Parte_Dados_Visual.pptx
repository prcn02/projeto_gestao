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Slide visual baseado no HTML/CSS enviado pelo usuário: Divisória de Seção - Indicadores e Análise de Dados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Slide visual baseado no HTML/CSS enviado pelo usuário: KPIs Estratégicos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Slide visual baseado no HTML/CSS enviado pelo usuário: Análise Financeira e ROI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Slide visual baseado no HTML/CSS enviado pelo usuário: Dashboard de Ganhos Operacionais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rp_html_visual_build/rendered/15_divider_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rp_html_visual_build/rendered/16_kp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rp_html_visual_build/rendered/17_ro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rp_html_visual_build/rendered/18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Ope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David Rangel — Dados e Indicadores</dc:title>
  <dc:subject>David Rangel — Dados e Indicadores</dc:subject>
  <dc:creator>OpenAI</dc:creator>
  <cp:lastModifiedBy>OpenAI</cp:lastModifiedBy>
  <cp:revision>1</cp:revision>
  <dcterms:created xsi:type="dcterms:W3CDTF">2026-04-02T14:19:01Z</dcterms:created>
  <dcterms:modified xsi:type="dcterms:W3CDTF">2026-04-02T14:19:01Z</dcterms:modified>
</cp:coreProperties>
</file>